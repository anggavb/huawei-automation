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011680"/>
            <a:ext cx="137160" cy="292608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Huawei Technical Test I Dev</a:t>
            </a:r>
          </a:p>
          <a:p>
            <a:pPr>
              <a:spcBef>
                <a:spcPts val="1200"/>
              </a:spcBef>
              <a:defRPr sz="2200">
                <a:solidFill>
                  <a:srgbClr val="6366F1"/>
                </a:solidFill>
                <a:latin typeface="Arial"/>
              </a:defRPr>
            </a:pPr>
            <a:r>
              <a:t>Dokumentasi Setup, Alur Sistem &amp; Perbandingan Evaluasi</a:t>
            </a:r>
          </a:p>
          <a:p>
            <a:pPr>
              <a:spcBef>
                <a:spcPts val="48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Mengintegrasikan Backend (Express + EJS), Automation (Cron), dan Data Processing (SQL)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1. Pengembangan Backend (Express.js)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Fitur &amp; Arsitektur Utama: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Struktur Folder Modular: Menerapkan pola Router -&gt; Controller -&gt; Service -&gt; Repository untuk kode yang clean &amp; scalable.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In-Memory Storage: Menyimpan data formulir secara aman dalam array terisolasi di sisi server (form.repository.js).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Interactive Swagger Docs: Swagger UI tersedia secara otomatis di path /api-docs untuk memudahkan pengujian developer.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Global Error Handling: Menangkap error parsing JSON malformed secara dinamis agar sistem tidak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Integrasi Web UI (EJS):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Antarmuka Responsif &amp; Modern: Halaman visual yang dirancang dengan warna gelap premium, glassmorphism, dan fonts Google Inter.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AJAX Submission: Formulir dikirim tanpa reload halaman, memperbarui tabel data secara dinamis dengan animasi mikro.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Cara Menjalankan Backend: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1. Jalankan 'npm install' di dalam folder backend.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2. Konfigurasi file '.env' dari '.env.example'.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3. Jalankan server dengan 'npm run dev'. Akses di port 3000.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2. Automation Testing (Cron &amp; Cleansing)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Pengumpulan Data Otomatis: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Jadwal Pengambilan: Berjalan 3x sehari pukul 08:00, 12:00, dan 15:00 WIB (timezone Asia/Jakarta).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Format Output: Berkas tersimpan di path '/home/cron' dengan nama format 'cron_{date}_{hours}.csv'.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Proteksi Shell Script (collect_data.sh):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Timeout: Dilengkapi opsi timeout koneksi (10s) &amp; total transfer (30s).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Limitasi Data: Output CSV dibatasi maksimal 1000 baris.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Validasi &amp; Header: Menyertakan header CSV dan validasi status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Data Cleansing &amp; Scheduler Node: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Cleansing Otomatis (data_cleansing.sh): Skrip shell terpisah untuk memindai berkas '*.csv' berusia &gt; 30 hari menggunakan perintah Linux 'find' dan menghapusnya.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Service Node-Cron (index.js): Solusi alternatif scheduler berbasis JavaScript untuk kemudahan deploy di platform cloud non-Linux.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Konfigurasi Crontab Linux:</a:t>
            </a:r>
          </a:p>
          <a:p>
            <a:pPr lvl="1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0 8,12,15 * * * /path/to/collect_data.sh</a:t>
            </a:r>
          </a:p>
          <a:p>
            <a:pPr lvl="1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0 0 * * * /path/to/data_cleansing.sh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3. Data Processing (SQL Queries)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rPr dirty="0"/>
              <a:t>Skema &amp; Query </a:t>
            </a:r>
            <a:r>
              <a:rPr dirty="0" err="1"/>
              <a:t>Manipulasi</a:t>
            </a:r>
            <a:r>
              <a:rPr dirty="0"/>
              <a:t>:</a:t>
            </a:r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rPr dirty="0"/>
              <a:t>Desain Skema </a:t>
            </a:r>
            <a:r>
              <a:rPr dirty="0" err="1"/>
              <a:t>Tabel</a:t>
            </a:r>
            <a:r>
              <a:rPr dirty="0"/>
              <a:t> (employees):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tipe</a:t>
            </a:r>
            <a:r>
              <a:rPr dirty="0"/>
              <a:t> string format PDF (</a:t>
            </a:r>
            <a:r>
              <a:rPr dirty="0" err="1"/>
              <a:t>misal</a:t>
            </a:r>
            <a:r>
              <a:rPr dirty="0"/>
              <a:t> '8 Years' </a:t>
            </a:r>
            <a:r>
              <a:rPr dirty="0" err="1"/>
              <a:t>atau</a:t>
            </a:r>
            <a:r>
              <a:rPr dirty="0"/>
              <a:t> '$150')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tipe</a:t>
            </a:r>
            <a:r>
              <a:rPr dirty="0"/>
              <a:t> data </a:t>
            </a:r>
            <a:r>
              <a:rPr dirty="0" err="1"/>
              <a:t>numerik</a:t>
            </a:r>
            <a:r>
              <a:rPr dirty="0"/>
              <a:t> (FLOAT </a:t>
            </a:r>
            <a:r>
              <a:rPr dirty="0" err="1"/>
              <a:t>untuk</a:t>
            </a:r>
            <a:r>
              <a:rPr dirty="0"/>
              <a:t> Exp, INT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Gaji</a:t>
            </a:r>
            <a:r>
              <a:rPr dirty="0"/>
              <a:t>) agar </a:t>
            </a:r>
            <a:r>
              <a:rPr dirty="0" err="1"/>
              <a:t>mendukung</a:t>
            </a:r>
            <a:r>
              <a:rPr dirty="0"/>
              <a:t> </a:t>
            </a:r>
            <a:r>
              <a:rPr dirty="0" err="1"/>
              <a:t>kalkulasi</a:t>
            </a:r>
            <a:r>
              <a:rPr dirty="0"/>
              <a:t> </a:t>
            </a:r>
            <a:r>
              <a:rPr dirty="0" err="1"/>
              <a:t>statistik</a:t>
            </a:r>
            <a:r>
              <a:rPr dirty="0"/>
              <a:t> database.</a:t>
            </a:r>
            <a:endParaRPr lang="en-US" dirty="0"/>
          </a:p>
          <a:p>
            <a:pPr>
              <a:defRPr sz="1600" b="0" i="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rPr dirty="0"/>
              <a:t>Query 1 (Insert Albert):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rPr dirty="0" err="1"/>
              <a:t>Menambahkan</a:t>
            </a:r>
            <a:r>
              <a:rPr dirty="0"/>
              <a:t> data Albert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posisi</a:t>
            </a:r>
            <a:r>
              <a:rPr dirty="0"/>
              <a:t> 'Engineer', Join Date 2024-01-24, Exp 2.5 </a:t>
            </a:r>
            <a:r>
              <a:rPr dirty="0" err="1"/>
              <a:t>tahun</a:t>
            </a:r>
            <a:r>
              <a:rPr dirty="0"/>
              <a:t>, dan </a:t>
            </a:r>
            <a:r>
              <a:rPr dirty="0" err="1"/>
              <a:t>Gaji</a:t>
            </a:r>
            <a:r>
              <a:rPr dirty="0"/>
              <a:t> $50.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rPr dirty="0"/>
              <a:t>Query 2 (Update </a:t>
            </a:r>
            <a:r>
              <a:rPr dirty="0" err="1"/>
              <a:t>Gaji</a:t>
            </a:r>
            <a:r>
              <a:rPr dirty="0"/>
              <a:t>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rPr dirty="0" err="1"/>
              <a:t>Mengupdate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gaji</a:t>
            </a:r>
            <a:r>
              <a:rPr dirty="0"/>
              <a:t> </a:t>
            </a:r>
            <a:r>
              <a:rPr dirty="0" err="1"/>
              <a:t>karyawan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posisi</a:t>
            </a:r>
            <a:r>
              <a:rPr dirty="0"/>
              <a:t> 'Engineer' </a:t>
            </a:r>
            <a:r>
              <a:rPr dirty="0" err="1"/>
              <a:t>menjadi</a:t>
            </a:r>
            <a:r>
              <a:rPr dirty="0"/>
              <a:t> $85.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Analisis &amp; Subquery: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Query 3 (SUM Gaji 2021 - Diperbaiki):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Menghitung pengeluaran gaji untuk seluruh karyawan aktif di tahun 2021 (Join Date &lt;= 2021-12-31 dan Release Date NULL atau &gt;= 2021-01-01).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Query 4 (Top 3 Experience):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Menyaring 3 karyawan terlama menggunakan 'ORDER BY year_of_experience DESC LIMIT 3'.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Query 5 (Subquery Engineer &lt;= 3 Tahun):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Menggunakan subquery 'WHERE name IN (...)' untuk memfilter Engineer dengan masa kerja kurang dari atau sama dengan 3 tahun.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Evaluasi, Perbandingan &amp; Penyempurnaan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17352" cy="3657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Gaps &amp; Penyempurnaan dari Versi Sebelumnya: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1. Koreksi Logika Query SQL No. 3: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Masalah: Sebelumnya query membatasi join_date &gt;= '2021-01-01' sehingga karyawan lama yang masih aktif di tahun 2021 tidak ikut dihitung.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Solusi: Diubah dengan mendeteksi overlap aktif (Join_Date &lt;= '2021-12-31' dan Release_Date &gt;= '2021-01-01').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2. Ketahanan Skrip Shell (Automation):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Masalah: Skrip rentan error jika API luar mengalami timeout atau crash.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Solusi: Ditambahkan proteksi timeout curl, validasi download status, dan baris pembatas (1000 baris) agar disk tidak penuh.</a:t>
            </a:r>
          </a:p>
          <a:p>
            <a:pPr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3. Implementasi Frontend Web Backend: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Masalah: Belum ada antarmuka web visual dan error handling parsing JSON.</a:t>
            </a:r>
          </a:p>
          <a:p>
            <a:pPr lvl="1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• Solusi: Mengintegrasikan EJS template engine untuk frontend modern dan mengaktifkan error handling express.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738</Words>
  <Application>Microsoft Macintosh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2026-07-18T08:15:30Z</dcterms:modified>
  <cp:category/>
</cp:coreProperties>
</file>